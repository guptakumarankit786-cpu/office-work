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2C1E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4F7A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SP</c:v>
                </c:pt>
                <c:pt idx="1">
                  <c:v>SB</c:v>
                </c:pt>
                <c:pt idx="2">
                  <c:v>SD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663667</c:v>
                </c:pt>
                <c:pt idx="1">
                  <c:v>292500</c:v>
                </c:pt>
                <c:pt idx="2">
                  <c:v>160500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66667</c:v>
                </c:pt>
                <c:pt idx="1">
                  <c:v>100000</c:v>
                </c:pt>
                <c:pt idx="2">
                  <c:v>150000</c:v>
                </c:pt>
                <c:pt idx="3">
                  <c:v>200000</c:v>
                </c:pt>
                <c:pt idx="4">
                  <c:v>266667</c:v>
                </c:pt>
                <c:pt idx="5">
                  <c:v>333333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2C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200000</c:v>
                </c:pt>
                <c:pt idx="1">
                  <c:v>300000</c:v>
                </c:pt>
                <c:pt idx="2">
                  <c:v>450000</c:v>
                </c:pt>
                <c:pt idx="3">
                  <c:v>600000</c:v>
                </c:pt>
                <c:pt idx="4">
                  <c:v>800000</c:v>
                </c:pt>
                <c:pt idx="5">
                  <c:v>1000000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ED3"/>
              </a:solidFill>
              <a:prstDash val="solid"/>
              <a:round/>
            </a:ln>
          </c:spPr>
        </c:majorGridlines>
        <c:numFmt formatCode="₹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Plan: Phased Budget Allocation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grow CURRYiT’s Amazon revenue from ₹1.4L to ₹10,00,000 a month in six months, using listing fixes plus SP, SB and SD ads.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465318"/>
            <a:ext cx="1920240" cy="1203962"/>
          </a:xfrm>
          <a:prstGeom prst="roundRect">
            <a:avLst>
              <a:gd name="adj" fmla="val 7595"/>
            </a:avLst>
          </a:prstGeom>
          <a:solidFill>
            <a:srgbClr val="F3D9A6"/>
          </a:solidFill>
          <a:ln w="12700">
            <a:solidFill>
              <a:srgbClr val="F3D9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65318"/>
            <a:ext cx="1920240" cy="1203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₹1,66,667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Months 1–2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543300"/>
            <a:ext cx="1920240" cy="2125980"/>
          </a:xfrm>
          <a:prstGeom prst="roundRect">
            <a:avLst>
              <a:gd name="adj" fmla="val 476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543300"/>
            <a:ext cx="192024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₹3,50,000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640" y="5760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Months 3–4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86000"/>
            <a:ext cx="1920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₹6,00,000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5760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Months 5–6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6-month ad budget: ₹11,16,667  ·  Revenue ₹33.5L  ·  ROAS 3.0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64592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phased, not ₹3.33L from day 1?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month we spend only what its revenue target needs (revenue ÷ ROAS 3). The listing is weak today (seller rating 2/5, 11-day delivery), so heavy spend in Month 1 would be wasted.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1–2.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listing, learn which keywords sell.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3–4.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winners, start SB Brand and SD.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5–6.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Tighten; spend only on proven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– Launch and learn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for Months 1–2: Fix the listing, find the keywords that sell, and collect data before scaling.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₹1,66,667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budget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₹1,41,667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Brands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Display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₹1,66,667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937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revenue in this phase: ₹5,00,000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FOCUS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19202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listing first: title, 7 images, A+ content, bullet 1 on price per serving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shipping: seller rating is 2/5 and delivery is 11 days today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Auto at 20% to find new keywords; check search terms every week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Exact on product keywords (chettinad masala, chicken chettinad masala)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 Video from day 1: the 15-minute cooking video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SB Brand and no SD yet – no combo push and no viewer pool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– Grow what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for Months 3–4: Spend more on the keywords and pages that converted in Months 1–2.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₹3,50,000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budget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₹2,10,000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Brands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₹87,500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Display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937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revenue in this phase: ₹10,50,000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FOCUS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19202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winning Auto search terms into Exact; Auto cut to 10%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bids on keywords and ASINs with the best ROAS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SB Brand (Product Collection) to push the Combo-3 pack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SD: retarget people who viewed but did not buy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new reviews to answer the “not worth the price” doubt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– Hit ₹10L a month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for Months 5–6: Tighten, do not expand. Put money only where ROAS is proven.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₹6,00,000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budget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₹3,12,000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Brands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₹1,80,000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Display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₹1,08,000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937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revenue in this phase: ₹18,00,000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FOCUS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19202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down to 8%, PT down to 12% – cut poor search terms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 Brand up to 15%: the combo lifts AOV to ₹450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up to 18%: more weight on purchase remarketing for repeat buyers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Subscribe &amp; Save for the best sellers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brand keywords (curry it, curryit) at top of search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split across ads (6 months)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Products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₹6,63,667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Brands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₹2,92,500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Sponsored Display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₹1,60,500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₹11,16,667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822960" y="329184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035040" y="118872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0" y="128016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Products – 59.4%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in search results and on product pages, where shoppers are ready to buy. Biggest share because it is closest to the sale. Highest in Months 1–2 (85%) to learn which keywords convert.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035040" y="297180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306324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Brands – 26.2%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 Video shows the 15-minute cooking video, the best format for food (deck). SB Brand starts in Month 3 and sells the Combo-3 pack (AOV ₹450).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475488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17920" y="484632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Display – 14.4%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in Month 3 to bring back people who viewed but did not buy. Grows in Months 5–6 for repeat buyers, because one pouch is one meal.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budget: SP campaigns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1371600"/>
                <a:gridCol w="1097280"/>
                <a:gridCol w="1005840"/>
                <a:gridCol w="1463040"/>
                <a:gridCol w="10972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SP_Generic KWs/Exact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₹1,16,850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24,34,375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₹3,50,550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SP_Generic KWs/Phrase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₹77,900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16,22,917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₹2,33,700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SP_Generic KWs/Broad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₹38,950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8,11,458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₹1,16,850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SP_Comp KWs/Exact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₹46,740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9,73,750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₹1,40,220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SP_Comp KWs/Phrase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₹31,160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₹93,480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SP_Comp KWs/Broad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₹19,475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4,05,729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₹58,425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SP_Brand KWs/Exact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₹31,160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₹93,480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SP_Brand KWs/Phrase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₹19,475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4,05,729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₹58,425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SP_Brand KWs/Broad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₹7,790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1,62,292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₹23,370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SP_Auto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₹1,16,333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24,23,604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₹3,48,999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SP/IP/CompTar – competitor ASINs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₹86,808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18,08,500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₹2,60,424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SP/CT –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₹47,350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9,86,458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₹1,42,050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SP/IP/BrandTar – own ASINs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₹23,675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4,93,229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₹71,025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₹6,63,667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1,38,26,396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₹19,91,000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campaigns use the deck numbers: CTR 0.4%, CPC ₹12, CVR 8%, AOV ₹450 → CPM ₹48, CPA ₹150, ACOS 33%, ROAS 3.0. Spend = 6-month total.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budget: SB and SD campaigns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1371600"/>
                <a:gridCol w="1097280"/>
                <a:gridCol w="1005840"/>
                <a:gridCol w="14630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SB_Video_Generic Chettinad kws-Exact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₹50,250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10,46,875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₹1,50,750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SB_Video_Generic Chettinad kws-Phrase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₹33,500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6,97,917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₹1,00,500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SB_Video_Brand kws-Exact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₹25,125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5,23,438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₹75,375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SB_Video_Brand kws-Phrase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₹16,750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3,48,958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₹50,250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SB_Video_Comp kws-Exact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₹25,125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5,23,438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₹75,375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SB_Video_Comp kws-Phrase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₹16,750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3,48,958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₹50,250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 Brand – Product Collection (Combo-3) (from M3)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26,04,167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₹3,75,000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₹2,92,500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60,93,750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₹8,77,500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1371600"/>
                <a:gridCol w="1097280"/>
                <a:gridCol w="1005840"/>
                <a:gridCol w="14630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SD_Remarketing/Views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₹58,800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₹1,76,400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SD_Remarketing/Purchases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₹26,850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5,59,375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₹80,550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SD_Contextual/IP – comp ASINs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₹26,700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5,56,250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₹80,100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SD_Contextual/CT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₹18,675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3,89,063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₹56,025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SD_Inmarketing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₹21,450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4,46,875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₹64,350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SD_Contextual/IP – own ASINs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₹8,025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1,67,188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₹24,075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₹1,60,500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33,43,750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₹4,81,500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campaigns use the deck numbers: CTR 0.4%, CPC ₹12, CVR 8%, AOV ₹450 → CPM ₹48, CPA ₹150, ACOS 33%, ROAS 3.0. Spend = 6-month total.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summary: Month 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plan lands in Month 6, and what the six months add up 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AD BUDGET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₹3,33,333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087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087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0" y="14630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6E7D3"/>
          </a:solidFill>
          <a:ln w="12700">
            <a:solidFill>
              <a:srgbClr val="F6E7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5087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ROAS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17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– 59.4%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spend: ₹6,63,667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revenue: ₹19,91,000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33672" y="2926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017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 – 26.2%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spend: ₹2,92,500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revenue: ₹8,77,500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10144" y="2926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3017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– 14.4%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spend: ₹1,60,500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revenue: ₹4,81,500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 total: ₹11,16,667 ad spend → ₹33,50,000 revenue → 7,444 orders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check (Month 6): ₹10,00,000 ÷ ₹450 = 2,222 orders ÷ 8% = 27,775 clicks × ₹12 = ₹3,33,300 spend → ROAS 3.0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C1E"/>
          </a:solidFill>
          <a:ln w="12700">
            <a:solidFill>
              <a:srgbClr val="7B2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1280" y="274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plan overview: month by month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280160"/>
                <a:gridCol w="82296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spend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₹66,667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₹2,66,667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₹3,33,333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₹10,00,000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₹11,16,667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₹33,50,000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943600" y="1188720"/>
          <a:ext cx="57607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CURRYiT Amazon Media Plan</dc:title>
  <dc:subject>PptxGenJS Presentation</dc:subject>
  <dc:creator>PptxGenJS</dc:creator>
  <cp:lastModifiedBy>PptxGenJS</cp:lastModifiedBy>
  <cp:revision>1</cp:revision>
  <dcterms:created xsi:type="dcterms:W3CDTF">2026-10-04T15:20:41Z</dcterms:created>
  <dcterms:modified xsi:type="dcterms:W3CDTF">2026-10-04T15:20:41Z</dcterms:modified>
</cp:coreProperties>
</file>